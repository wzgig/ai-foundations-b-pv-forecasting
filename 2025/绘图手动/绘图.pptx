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7D9D9"/>
    <a:srgbClr val="93D150"/>
    <a:srgbClr val="00AEF2"/>
    <a:srgbClr val="395C85"/>
  </p:clrMru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>
        <p:scale>
          <a:sx n="125" d="100"/>
          <a:sy n="125" d="100"/>
        </p:scale>
        <p:origin x="90" y="-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2025/5/26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emf"/><Relationship Id="rId4" Type="http://schemas.openxmlformats.org/officeDocument/2006/relationships/image" Target="../media/image17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组合 34">
            <a:extLst>
              <a:ext uri="{FF2B5EF4-FFF2-40B4-BE49-F238E27FC236}">
                <a16:creationId xmlns:a16="http://schemas.microsoft.com/office/drawing/2014/main" id="{EFBFB6B6-A2DC-D079-EAE2-E6416A1B5976}"/>
              </a:ext>
            </a:extLst>
          </p:cNvPr>
          <p:cNvGrpSpPr/>
          <p:nvPr/>
        </p:nvGrpSpPr>
        <p:grpSpPr>
          <a:xfrm>
            <a:off x="0" y="472589"/>
            <a:ext cx="12192000" cy="5912822"/>
            <a:chOff x="0" y="472589"/>
            <a:chExt cx="12192000" cy="5912822"/>
          </a:xfrm>
        </p:grpSpPr>
        <p:pic>
          <p:nvPicPr>
            <p:cNvPr id="5" name="图片 4" descr="图示">
              <a:extLst>
                <a:ext uri="{FF2B5EF4-FFF2-40B4-BE49-F238E27FC236}">
                  <a16:creationId xmlns:a16="http://schemas.microsoft.com/office/drawing/2014/main" id="{D4AEA940-F056-F419-1C46-A68FB42F6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472589"/>
              <a:ext cx="12192000" cy="5912822"/>
            </a:xfrm>
            <a:prstGeom prst="rect">
              <a:avLst/>
            </a:prstGeom>
          </p:spPr>
        </p:pic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2D7514EF-AB83-7CCC-9042-6D10F3ACD123}"/>
                </a:ext>
              </a:extLst>
            </p:cNvPr>
            <p:cNvSpPr/>
            <p:nvPr/>
          </p:nvSpPr>
          <p:spPr>
            <a:xfrm>
              <a:off x="342900" y="850900"/>
              <a:ext cx="16002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AB498F7C-20B0-7F8E-81BB-B066D9CE0835}"/>
                </a:ext>
              </a:extLst>
            </p:cNvPr>
            <p:cNvSpPr txBox="1"/>
            <p:nvPr/>
          </p:nvSpPr>
          <p:spPr>
            <a:xfrm>
              <a:off x="342900" y="1641445"/>
              <a:ext cx="16002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原始数据集</a:t>
              </a: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FC18697E-09E7-2D35-3DF0-DB72CDF9BBA0}"/>
                </a:ext>
              </a:extLst>
            </p:cNvPr>
            <p:cNvSpPr/>
            <p:nvPr/>
          </p:nvSpPr>
          <p:spPr>
            <a:xfrm>
              <a:off x="0" y="3898900"/>
              <a:ext cx="2755900" cy="2108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C9040EE-C961-CA89-36E7-026CD7E1129E}"/>
                </a:ext>
              </a:extLst>
            </p:cNvPr>
            <p:cNvSpPr/>
            <p:nvPr/>
          </p:nvSpPr>
          <p:spPr>
            <a:xfrm>
              <a:off x="0" y="3825389"/>
              <a:ext cx="2565400" cy="17272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en-US" altLang="zh-CN" sz="2000" b="1" dirty="0">
                  <a:solidFill>
                    <a:schemeClr val="tx1"/>
                  </a:solidFill>
                </a:rPr>
                <a:t>NWP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气象数据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en-US" altLang="zh-CN" sz="2000" b="1" dirty="0">
                  <a:solidFill>
                    <a:schemeClr val="tx1"/>
                  </a:solidFill>
                </a:rPr>
                <a:t>LMD</a:t>
              </a:r>
              <a:r>
                <a:rPr lang="zh-CN" altLang="en-US" sz="2000" b="1" dirty="0">
                  <a:solidFill>
                    <a:schemeClr val="tx1"/>
                  </a:solidFill>
                </a:rPr>
                <a:t>近地数据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光伏电站系统物理参数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预测模型操作参数</a:t>
              </a: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10463F7-9361-032C-358E-8112FD08BE89}"/>
                </a:ext>
              </a:extLst>
            </p:cNvPr>
            <p:cNvSpPr/>
            <p:nvPr/>
          </p:nvSpPr>
          <p:spPr>
            <a:xfrm>
              <a:off x="3225800" y="946090"/>
              <a:ext cx="1600200" cy="990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A97F78C-FF5A-1288-11DC-2BCA491BD2D2}"/>
                </a:ext>
              </a:extLst>
            </p:cNvPr>
            <p:cNvSpPr txBox="1"/>
            <p:nvPr/>
          </p:nvSpPr>
          <p:spPr>
            <a:xfrm>
              <a:off x="3225800" y="1441390"/>
              <a:ext cx="1206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数据处理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4059BBB2-CE7E-E6DC-CDFC-6BAE1222845E}"/>
                </a:ext>
              </a:extLst>
            </p:cNvPr>
            <p:cNvSpPr/>
            <p:nvPr/>
          </p:nvSpPr>
          <p:spPr>
            <a:xfrm>
              <a:off x="3028950" y="4193688"/>
              <a:ext cx="2292350" cy="1534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A5FBF841-BAAD-FEDF-6116-242A4B8ECA29}"/>
                </a:ext>
              </a:extLst>
            </p:cNvPr>
            <p:cNvSpPr/>
            <p:nvPr/>
          </p:nvSpPr>
          <p:spPr>
            <a:xfrm>
              <a:off x="3327400" y="4033963"/>
              <a:ext cx="1206500" cy="153401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清洗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聚类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降维</a:t>
              </a:r>
              <a:endParaRPr lang="en-US" altLang="zh-CN" sz="2000" b="1" dirty="0">
                <a:solidFill>
                  <a:schemeClr val="tx1"/>
                </a:solidFill>
              </a:endParaRPr>
            </a:p>
            <a:p>
              <a:pPr marL="285750" indent="-285750">
                <a:buFont typeface="Wingdings" panose="05000000000000000000" pitchFamily="2" charset="2"/>
                <a:buChar char="l"/>
              </a:pPr>
              <a:r>
                <a:rPr lang="zh-CN" altLang="en-US" sz="2000" b="1" dirty="0">
                  <a:solidFill>
                    <a:schemeClr val="tx1"/>
                  </a:solidFill>
                </a:rPr>
                <a:t>转换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1D63678E-BBED-C68A-C3C4-8A0B974BE925}"/>
                </a:ext>
              </a:extLst>
            </p:cNvPr>
            <p:cNvSpPr/>
            <p:nvPr/>
          </p:nvSpPr>
          <p:spPr>
            <a:xfrm>
              <a:off x="4978400" y="1292256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EA7BE65-6C70-CF3D-87D0-190577D0FC50}"/>
                </a:ext>
              </a:extLst>
            </p:cNvPr>
            <p:cNvSpPr txBox="1"/>
            <p:nvPr/>
          </p:nvSpPr>
          <p:spPr>
            <a:xfrm>
              <a:off x="5715000" y="1292256"/>
              <a:ext cx="7239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风速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5FEC3E7-1B69-0ABA-5180-916826F0DB9B}"/>
                </a:ext>
              </a:extLst>
            </p:cNvPr>
            <p:cNvSpPr/>
            <p:nvPr/>
          </p:nvSpPr>
          <p:spPr>
            <a:xfrm>
              <a:off x="5029200" y="1969657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0200F1FC-346C-4C9F-3745-0FFE5E69BA01}"/>
                </a:ext>
              </a:extLst>
            </p:cNvPr>
            <p:cNvSpPr txBox="1"/>
            <p:nvPr/>
          </p:nvSpPr>
          <p:spPr>
            <a:xfrm>
              <a:off x="5734050" y="2248727"/>
              <a:ext cx="7239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风向</a:t>
              </a: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77945413-5EF4-FE9D-6B58-75D0CB242A82}"/>
                </a:ext>
              </a:extLst>
            </p:cNvPr>
            <p:cNvSpPr/>
            <p:nvPr/>
          </p:nvSpPr>
          <p:spPr>
            <a:xfrm>
              <a:off x="5029200" y="3301544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18A47478-B10D-EC31-506B-0A2053CBCB07}"/>
                </a:ext>
              </a:extLst>
            </p:cNvPr>
            <p:cNvSpPr/>
            <p:nvPr/>
          </p:nvSpPr>
          <p:spPr>
            <a:xfrm>
              <a:off x="5105400" y="4128985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B9E30B34-8E98-4773-520C-CC100D5F6C60}"/>
                </a:ext>
              </a:extLst>
            </p:cNvPr>
            <p:cNvSpPr txBox="1"/>
            <p:nvPr/>
          </p:nvSpPr>
          <p:spPr>
            <a:xfrm>
              <a:off x="5232400" y="3357514"/>
              <a:ext cx="1206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辐照强度</a:t>
              </a: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34A0B13D-A803-5080-69E8-88913990A75F}"/>
                </a:ext>
              </a:extLst>
            </p:cNvPr>
            <p:cNvSpPr txBox="1"/>
            <p:nvPr/>
          </p:nvSpPr>
          <p:spPr>
            <a:xfrm>
              <a:off x="5232400" y="4355643"/>
              <a:ext cx="1206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/>
                <a:t>空气温度</a:t>
              </a:r>
            </a:p>
          </p:txBody>
        </p:sp>
        <p:sp>
          <p:nvSpPr>
            <p:cNvPr id="23" name="矩形 22">
              <a:extLst>
                <a:ext uri="{FF2B5EF4-FFF2-40B4-BE49-F238E27FC236}">
                  <a16:creationId xmlns:a16="http://schemas.microsoft.com/office/drawing/2014/main" id="{62FBC976-6E9F-D4FD-A778-84151F4FB325}"/>
                </a:ext>
              </a:extLst>
            </p:cNvPr>
            <p:cNvSpPr/>
            <p:nvPr/>
          </p:nvSpPr>
          <p:spPr>
            <a:xfrm>
              <a:off x="6604000" y="5569999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2DD9752B-50AA-8B5A-3E1F-C9CA83041A56}"/>
                </a:ext>
              </a:extLst>
            </p:cNvPr>
            <p:cNvSpPr txBox="1"/>
            <p:nvPr/>
          </p:nvSpPr>
          <p:spPr>
            <a:xfrm>
              <a:off x="6604000" y="5584734"/>
              <a:ext cx="1079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395C85"/>
                  </a:solidFill>
                </a:rPr>
                <a:t>输入层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1F59C692-35AC-3C0A-D2EF-CFBCE3FA7C34}"/>
                </a:ext>
              </a:extLst>
            </p:cNvPr>
            <p:cNvSpPr/>
            <p:nvPr/>
          </p:nvSpPr>
          <p:spPr>
            <a:xfrm>
              <a:off x="8420100" y="5569999"/>
              <a:ext cx="1498600" cy="71119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42F58FA2-914B-52C8-A31C-F9995AC2B74B}"/>
                </a:ext>
              </a:extLst>
            </p:cNvPr>
            <p:cNvSpPr txBox="1"/>
            <p:nvPr/>
          </p:nvSpPr>
          <p:spPr>
            <a:xfrm>
              <a:off x="8820150" y="5584734"/>
              <a:ext cx="10795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00AEF2"/>
                  </a:solidFill>
                </a:rPr>
                <a:t>隐藏层</a:t>
              </a:r>
            </a:p>
          </p:txBody>
        </p:sp>
        <p:sp>
          <p:nvSpPr>
            <p:cNvPr id="30" name="矩形 29">
              <a:extLst>
                <a:ext uri="{FF2B5EF4-FFF2-40B4-BE49-F238E27FC236}">
                  <a16:creationId xmlns:a16="http://schemas.microsoft.com/office/drawing/2014/main" id="{8D70D017-CD76-8D45-A070-9CE573F246A2}"/>
                </a:ext>
              </a:extLst>
            </p:cNvPr>
            <p:cNvSpPr/>
            <p:nvPr/>
          </p:nvSpPr>
          <p:spPr>
            <a:xfrm>
              <a:off x="10299700" y="5073590"/>
              <a:ext cx="1892300" cy="131182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9FA37639-6014-9A95-A079-4A3DB78F614C}"/>
                </a:ext>
              </a:extLst>
            </p:cNvPr>
            <p:cNvSpPr txBox="1"/>
            <p:nvPr/>
          </p:nvSpPr>
          <p:spPr>
            <a:xfrm>
              <a:off x="10483852" y="5430846"/>
              <a:ext cx="1244599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rgbClr val="93D150"/>
                  </a:solidFill>
                </a:rPr>
                <a:t>输出预测功率结果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7CD640C-C37B-7D50-116B-1E6A843B3747}"/>
                </a:ext>
              </a:extLst>
            </p:cNvPr>
            <p:cNvSpPr/>
            <p:nvPr/>
          </p:nvSpPr>
          <p:spPr>
            <a:xfrm>
              <a:off x="4502149" y="562441"/>
              <a:ext cx="7226301" cy="52641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ABFA810C-D6A2-895F-F81A-9F9AE34C0020}"/>
                </a:ext>
              </a:extLst>
            </p:cNvPr>
            <p:cNvSpPr txBox="1"/>
            <p:nvPr/>
          </p:nvSpPr>
          <p:spPr>
            <a:xfrm>
              <a:off x="7143750" y="688743"/>
              <a:ext cx="37592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i="0" dirty="0">
                  <a:solidFill>
                    <a:srgbClr val="000000"/>
                  </a:solidFill>
                  <a:effectLst/>
                  <a:latin typeface="Inter" panose="020B0502030000000004" pitchFamily="34" charset="0"/>
                </a:rPr>
                <a:t>数据驱动模型开发（神经网络）</a:t>
              </a:r>
              <a:endParaRPr lang="zh-CN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6798584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71E8F908-4F12-5721-6594-B5B6A22ACB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95275"/>
            <a:ext cx="12192000" cy="6267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33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图表, 折线图&#10;&#10;AI 生成的内容可能不正确。">
            <a:extLst>
              <a:ext uri="{FF2B5EF4-FFF2-40B4-BE49-F238E27FC236}">
                <a16:creationId xmlns:a16="http://schemas.microsoft.com/office/drawing/2014/main" id="{1DA235DB-D612-2D38-7EFA-83DE95200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6119" y="0"/>
            <a:ext cx="5506808" cy="2294504"/>
          </a:xfrm>
          <a:prstGeom prst="rect">
            <a:avLst/>
          </a:prstGeom>
        </p:spPr>
      </p:pic>
      <p:pic>
        <p:nvPicPr>
          <p:cNvPr id="7" name="图片 6" descr="图表, 折线图&#10;&#10;AI 生成的内容可能不正确。">
            <a:extLst>
              <a:ext uri="{FF2B5EF4-FFF2-40B4-BE49-F238E27FC236}">
                <a16:creationId xmlns:a16="http://schemas.microsoft.com/office/drawing/2014/main" id="{67ACACEE-D415-620C-8F4F-C268D575B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6119" y="2250573"/>
            <a:ext cx="5194041" cy="2164184"/>
          </a:xfrm>
          <a:prstGeom prst="rect">
            <a:avLst/>
          </a:prstGeom>
        </p:spPr>
      </p:pic>
      <p:pic>
        <p:nvPicPr>
          <p:cNvPr id="9" name="图片 8" descr="图表, 折线图&#10;&#10;AI 生成的内容可能不正确。">
            <a:extLst>
              <a:ext uri="{FF2B5EF4-FFF2-40B4-BE49-F238E27FC236}">
                <a16:creationId xmlns:a16="http://schemas.microsoft.com/office/drawing/2014/main" id="{98E71795-038E-A778-0222-10F7120E7B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3482" y="4349442"/>
            <a:ext cx="6801394" cy="2833914"/>
          </a:xfrm>
          <a:prstGeom prst="rect">
            <a:avLst/>
          </a:prstGeom>
        </p:spPr>
      </p:pic>
      <p:pic>
        <p:nvPicPr>
          <p:cNvPr id="12" name="图片 11" descr="图表&#10;&#10;AI 生成的内容可能不正确。">
            <a:extLst>
              <a:ext uri="{FF2B5EF4-FFF2-40B4-BE49-F238E27FC236}">
                <a16:creationId xmlns:a16="http://schemas.microsoft.com/office/drawing/2014/main" id="{8CCC1816-AF17-E0F8-3A29-3977FEF1C7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237" y="718457"/>
            <a:ext cx="9144000" cy="6858000"/>
          </a:xfrm>
          <a:prstGeom prst="rect">
            <a:avLst/>
          </a:prstGeom>
        </p:spPr>
      </p:pic>
      <p:pic>
        <p:nvPicPr>
          <p:cNvPr id="14" name="图片 13" descr="图表, 折线图&#10;&#10;AI 生成的内容可能不正确。">
            <a:extLst>
              <a:ext uri="{FF2B5EF4-FFF2-40B4-BE49-F238E27FC236}">
                <a16:creationId xmlns:a16="http://schemas.microsoft.com/office/drawing/2014/main" id="{0023D72E-FD4B-5973-260E-68D2D6C694E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  <p:pic>
        <p:nvPicPr>
          <p:cNvPr id="16" name="图片 15" descr="图表, 树状图&#10;&#10;AI 生成的内容可能不正确。">
            <a:extLst>
              <a:ext uri="{FF2B5EF4-FFF2-40B4-BE49-F238E27FC236}">
                <a16:creationId xmlns:a16="http://schemas.microsoft.com/office/drawing/2014/main" id="{2372BEC1-1666-C62A-0A1C-3462660F33A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74237" y="733231"/>
            <a:ext cx="11430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725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图片 5" descr="图示, 示意图&#10;&#10;AI 生成的内容可能不正确。">
            <a:extLst>
              <a:ext uri="{FF2B5EF4-FFF2-40B4-BE49-F238E27FC236}">
                <a16:creationId xmlns:a16="http://schemas.microsoft.com/office/drawing/2014/main" id="{103B27D6-864C-52A3-0DBF-6D086BDA25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1955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id="{3FA16DEC-3A9B-D27A-CA49-752C390FE3B6}"/>
              </a:ext>
            </a:extLst>
          </p:cNvPr>
          <p:cNvGrpSpPr/>
          <p:nvPr/>
        </p:nvGrpSpPr>
        <p:grpSpPr>
          <a:xfrm>
            <a:off x="2103111" y="-137167"/>
            <a:ext cx="9052578" cy="7056131"/>
            <a:chOff x="2103111" y="-137167"/>
            <a:chExt cx="9052578" cy="7056131"/>
          </a:xfrm>
        </p:grpSpPr>
        <p:pic>
          <p:nvPicPr>
            <p:cNvPr id="5" name="图片 4" descr="图表, 折线图, 直方图&#10;&#10;AI 生成的内容可能不正确。">
              <a:extLst>
                <a:ext uri="{FF2B5EF4-FFF2-40B4-BE49-F238E27FC236}">
                  <a16:creationId xmlns:a16="http://schemas.microsoft.com/office/drawing/2014/main" id="{741DD872-1D08-91A7-8C83-BEC53114988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3111" y="-137167"/>
              <a:ext cx="9052578" cy="3566167"/>
            </a:xfrm>
            <a:prstGeom prst="rect">
              <a:avLst/>
            </a:prstGeom>
          </p:spPr>
        </p:pic>
        <p:pic>
          <p:nvPicPr>
            <p:cNvPr id="7" name="图片 6" descr="图表&#10;&#10;AI 生成的内容可能不正确。">
              <a:extLst>
                <a:ext uri="{FF2B5EF4-FFF2-40B4-BE49-F238E27FC236}">
                  <a16:creationId xmlns:a16="http://schemas.microsoft.com/office/drawing/2014/main" id="{7C587272-AE0D-F1C6-C225-1DB31D0AB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03111" y="3352797"/>
              <a:ext cx="9052578" cy="3566167"/>
            </a:xfrm>
            <a:prstGeom prst="rect">
              <a:avLst/>
            </a:prstGeom>
          </p:spPr>
        </p:pic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3276CD8C-F178-82EF-D8F1-7407A39A9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992042" y="4094793"/>
              <a:ext cx="356400" cy="178842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C512F93A-7BC0-95BD-8FC5-DD6EC2FDCF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980612" y="3892225"/>
              <a:ext cx="382588" cy="228600"/>
            </a:xfrm>
            <a:prstGeom prst="rect">
              <a:avLst/>
            </a:prstGeom>
          </p:spPr>
        </p:pic>
        <p:pic>
          <p:nvPicPr>
            <p:cNvPr id="23" name="图片 22">
              <a:extLst>
                <a:ext uri="{FF2B5EF4-FFF2-40B4-BE49-F238E27FC236}">
                  <a16:creationId xmlns:a16="http://schemas.microsoft.com/office/drawing/2014/main" id="{3A43FFF4-E932-E3EB-60D6-4B1E4704C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985693" y="1391890"/>
              <a:ext cx="369099" cy="263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42389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29DC6620-C98A-0F0F-968A-32A4BB305D0A}"/>
              </a:ext>
            </a:extLst>
          </p:cNvPr>
          <p:cNvGrpSpPr/>
          <p:nvPr/>
        </p:nvGrpSpPr>
        <p:grpSpPr>
          <a:xfrm>
            <a:off x="1211897" y="-20109"/>
            <a:ext cx="7409182" cy="5110443"/>
            <a:chOff x="1211897" y="-20109"/>
            <a:chExt cx="7409182" cy="5110443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F8A24270-E667-7788-2E25-19C68680F71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422" t="4293" r="6801" b="4977"/>
            <a:stretch/>
          </p:blipFill>
          <p:spPr bwMode="auto">
            <a:xfrm>
              <a:off x="1524317" y="56091"/>
              <a:ext cx="3799046" cy="2112856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39AECB07-FC52-C3AF-A5DE-56BC483489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278"/>
            <a:stretch/>
          </p:blipFill>
          <p:spPr bwMode="auto">
            <a:xfrm>
              <a:off x="5323363" y="-20109"/>
              <a:ext cx="2909317" cy="232664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B3F90837-6DBD-2131-6F20-7B39B8EFBA3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957"/>
            <a:stretch/>
          </p:blipFill>
          <p:spPr bwMode="auto">
            <a:xfrm>
              <a:off x="1211897" y="2250437"/>
              <a:ext cx="3752770" cy="2839897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056C9DB3-C23C-C5F3-2F66-5CCCF026FF4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010943" y="2250437"/>
              <a:ext cx="3610136" cy="270760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19556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3">
            <a:extLst>
              <a:ext uri="{FF2B5EF4-FFF2-40B4-BE49-F238E27FC236}">
                <a16:creationId xmlns:a16="http://schemas.microsoft.com/office/drawing/2014/main" id="{1FCBEC63-0624-0502-F916-A2C45303120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145" y="946795"/>
            <a:ext cx="4319270" cy="2157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FBDC698F-F543-C730-D5CF-09DAFE72AA3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6145" y="3104038"/>
            <a:ext cx="4319270" cy="17945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13769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>
            <a:extLst>
              <a:ext uri="{FF2B5EF4-FFF2-40B4-BE49-F238E27FC236}">
                <a16:creationId xmlns:a16="http://schemas.microsoft.com/office/drawing/2014/main" id="{BD0B333E-D82A-079D-19D4-AD132F7D4A36}"/>
              </a:ext>
            </a:extLst>
          </p:cNvPr>
          <p:cNvGrpSpPr/>
          <p:nvPr/>
        </p:nvGrpSpPr>
        <p:grpSpPr>
          <a:xfrm>
            <a:off x="1586547" y="891540"/>
            <a:ext cx="6717733" cy="5234940"/>
            <a:chOff x="1586547" y="891540"/>
            <a:chExt cx="6717733" cy="5234940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A246F63A-53E5-1C39-878E-6D65F5B009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86547" y="891540"/>
              <a:ext cx="6717733" cy="52349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55247B7D-A216-6E4B-53FC-1B36460846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96682" y="922020"/>
              <a:ext cx="1348857" cy="144793"/>
            </a:xfrm>
            <a:prstGeom prst="rect">
              <a:avLst/>
            </a:prstGeom>
          </p:spPr>
        </p:pic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33ED5D4A-57B9-C025-4509-AE605044E5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396682" y="3509010"/>
              <a:ext cx="1341236" cy="152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803814642"/>
      </p:ext>
    </p:extLst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1004</TotalTime>
  <Words>43</Words>
  <Application>Microsoft Office PowerPoint</Application>
  <PresentationFormat>宽屏</PresentationFormat>
  <Paragraphs>18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Calibri</vt:lpstr>
      <vt:lpstr>Inter</vt:lpstr>
      <vt:lpstr>Wingdings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wz</dc:creator>
  <cp:lastModifiedBy>子 王</cp:lastModifiedBy>
  <cp:revision>10</cp:revision>
  <dcterms:created xsi:type="dcterms:W3CDTF">2023-08-09T12:44:55Z</dcterms:created>
  <dcterms:modified xsi:type="dcterms:W3CDTF">2025-05-25T23:23:52Z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2052-12.1.0.15259</vt:lpwstr>
  </property>
</Properties>
</file>